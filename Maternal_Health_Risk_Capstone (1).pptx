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663440"/>
            <a:ext cx="8979408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Health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Capstone Project  |  PGDA Batch 45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651760" cy="86868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Maternal Health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3429000"/>
            <a:ext cx="2651760" cy="86868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 patients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429000"/>
            <a:ext cx="2651760" cy="86868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456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3749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Algorithms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Chithra  |  Electronics &amp; 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8308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7830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5176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51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6517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2044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04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1440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914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9144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78308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78308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7830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7830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ROC-AUC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65176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651760"/>
            <a:ext cx="50292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17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40680" y="26517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&amp; 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1371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76072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deaths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E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annually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53035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Maternal mortality remains a critical global health challenge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53035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8308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Early risk identification can significantly reduce complications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53035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5176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models can classify risk levels (Low / Mid / High) from vital signs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5303520" cy="713232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2044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Build an accurate, interpretable multi-class classifier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UCI Machine Learning Repository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2024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868680"/>
            <a:ext cx="1920240" cy="1051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914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530352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914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SystolicBP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blood pressure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mmHg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blood pressure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mmHg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sugar level (fasting)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mmol/L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body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heart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94360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0" y="2560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78040" y="2651760"/>
            <a:ext cx="2560320" cy="274320"/>
          </a:xfrm>
          <a:prstGeom prst="rect">
            <a:avLst/>
          </a:prstGeom>
          <a:solidFill>
            <a:srgbClr val="E2EEF2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78040" y="2651760"/>
            <a:ext cx="1024128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8"/>
          <p:cNvSpPr/>
          <p:nvPr/>
        </p:nvSpPr>
        <p:spPr>
          <a:xfrm>
            <a:off x="824788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94360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Risk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3337560"/>
            <a:ext cx="2560320" cy="274320"/>
          </a:xfrm>
          <a:prstGeom prst="rect">
            <a:avLst/>
          </a:prstGeom>
          <a:solidFill>
            <a:srgbClr val="E2EEF2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78040" y="3337560"/>
            <a:ext cx="847466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5" name="Text 22"/>
          <p:cNvSpPr/>
          <p:nvPr/>
        </p:nvSpPr>
        <p:spPr>
          <a:xfrm>
            <a:off x="8071226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943600" y="3931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178040" y="4023360"/>
            <a:ext cx="2560320" cy="274320"/>
          </a:xfrm>
          <a:prstGeom prst="rect">
            <a:avLst/>
          </a:prstGeom>
          <a:solidFill>
            <a:srgbClr val="E2EEF2"/>
          </a:solidFill>
          <a:ln w="12700">
            <a:solidFill>
              <a:srgbClr val="D0E4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78040" y="4023360"/>
            <a:ext cx="686166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6"/>
          <p:cNvSpPr/>
          <p:nvPr/>
        </p:nvSpPr>
        <p:spPr>
          <a:xfrm>
            <a:off x="7909926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RiskLevel (Low / Mid / High)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2926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04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100" dirty="0"/>
          </a:p>
        </p:txBody>
      </p:sp>
      <p:pic>
        <p:nvPicPr>
          <p:cNvPr id="6" name="Image 0" descr="/home/claude/plots/01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420624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Risk: 406 · Mid Risk: 336 · High Risk: 272 — SMOTE applied for balance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Heatmap</a:t>
            </a:r>
            <a:endParaRPr lang="en-US" sz="1100" dirty="0"/>
          </a:p>
        </p:txBody>
      </p:sp>
      <p:pic>
        <p:nvPicPr>
          <p:cNvPr id="10" name="Image 1" descr="/home/claude/plots/02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411480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SystolicBP &amp; DiastolicBP show highest inter-feature correlation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FEATURE DISTRIBUTIONS BY RISK LEVEL</a:t>
            </a:r>
            <a:endParaRPr lang="en-US" sz="1800" dirty="0"/>
          </a:p>
        </p:txBody>
      </p:sp>
      <p:pic>
        <p:nvPicPr>
          <p:cNvPr id="4" name="Image 0" descr="/home/claude/plots/03_violin_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plots reveal how each feature distributes differently across Low · Mid · High risk groups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and dropped exact duplicate rows to ensure data integrity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06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14300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04688" y="960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1325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BEFORE any transformations (prevents data leakage)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206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688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 (IQR)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applied on training set only — test set untouched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206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46888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04688" y="2651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(RiskLevel) encoded to 0, 1, 2 for model compatibility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20440"/>
            <a:ext cx="4206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794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 train set; transform applied to both train &amp; test sets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206240" cy="11430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3794760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04688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on train set only to fix class imbalance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Key principle: All transformations fit on train set only — no data leakage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5 ALGORITHMS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517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65176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Bagging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2651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83080" y="2651760"/>
            <a:ext cx="2651760" cy="2743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74520" y="3456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Boosting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51760"/>
            <a:ext cx="2651760" cy="2743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971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SMOTE-balanced training data · Evaluated on original (unbalanced) test 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applied on all 5 models to verify generalization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265176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416052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·  GridSearchCV — C, solver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416052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 ·  GridSearchCV — max_depth, min_samples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4544568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4544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GridSearchCV — n_estimators, max_depth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4544568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754880" y="4544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GridSearchCV — lr, max_depth, n_estimators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97280"/>
          </a:xfrm>
          <a:prstGeom prst="rect">
            <a:avLst/>
          </a:prstGeom>
          <a:solidFill>
            <a:srgbClr val="028090">
              <a:alpha val="80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XGBoost (Tuned)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ROC-AUC (~0.96 macro OvR) · Accuracy ~87% · Best F1-Score across all classes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8412480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Blood Sugar (BS) and Systolic BP are the strongest predictors of maternal risk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770632"/>
            <a:ext cx="8412480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0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SMOTE + correct preprocessing order eliminated data leakage and balanced classes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8412480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9242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Ensemble methods (Random Forest, XGBoost) significantly outperformed linear models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4014216"/>
            <a:ext cx="8412480" cy="502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142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Screening high-risk patients on BS + SystolicBP can help prioritize clinical attention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PGDA Batch 45  ·  Chithra  ·  Electronics &amp; 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17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ML pipeline for maternal risk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compared — LR, DT, RF, XGBoost, KNN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747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429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preprocessing: SMOTE, IQR, StandardScaler (no data leakage)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6517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868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1417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(Tuned) achieved best ROC-AUC of ~0.96 (macro OvR)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468880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Sugar &amp; Systolic BP are the top risk-driving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474720"/>
            <a:ext cx="256032" cy="25603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3429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consistently outperformed baseline linear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868680"/>
            <a:ext cx="26517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868680"/>
            <a:ext cx="265176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868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46304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4173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screening on BS + SystolicBP can flag high-risk pregnancies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246888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42316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 assist healthcare workers in resource-limited settings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3474720"/>
            <a:ext cx="256032" cy="25603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34290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to reduce the 287,000 annual maternal deaths globally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potential of Machine Learning in preventive maternal healthcare.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Chithra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Computer Science  ·  PGDA Batch 45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3794760"/>
            <a:ext cx="3657600" cy="50292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Capstone  ·  Maternal Health Risk Prediction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Maternal Health Risk Prediction</dc:title>
  <dc:subject>PptxGenJS Presentation</dc:subject>
  <dc:creator>Chithra</dc:creator>
  <cp:lastModifiedBy>Chithra</cp:lastModifiedBy>
  <cp:revision>1</cp:revision>
  <dcterms:created xsi:type="dcterms:W3CDTF">2026-03-21T10:22:19Z</dcterms:created>
  <dcterms:modified xsi:type="dcterms:W3CDTF">2026-03-21T10:22:19Z</dcterms:modified>
</cp:coreProperties>
</file>